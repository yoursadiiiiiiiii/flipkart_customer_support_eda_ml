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ay" pitchFamily="2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gkPMuUFsg1pVEnQ46CrmmzxHJ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bb67ae1f9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6bb67ae1f9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Flipkart project</a:t>
            </a:r>
            <a:br>
              <a:rPr lang="en-US"/>
            </a:b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bb67ae1f9_7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Submission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6bb67ae1f9_7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 dirty="0" err="1"/>
              <a:t>ipynb</a:t>
            </a:r>
            <a:r>
              <a:rPr lang="en-US" dirty="0"/>
              <a:t> file</a:t>
            </a:r>
            <a:endParaRPr dirty="0"/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97" name="Google Shape;97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1075" y="365125"/>
            <a:ext cx="12466200" cy="56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03" name="Google Shape;103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92850" y="872225"/>
            <a:ext cx="9006300" cy="54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09" name="Google Shape;109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69400" y="1976650"/>
            <a:ext cx="9853200" cy="35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15" name="Google Shape;115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09800" y="2028100"/>
            <a:ext cx="11934300" cy="350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21" name="Google Shape;121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17329" y="149550"/>
            <a:ext cx="12266700" cy="65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679450" y="1775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127" name="Google Shape;127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82175" y="871950"/>
            <a:ext cx="11035500" cy="551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Widescreen</PresentationFormat>
  <Paragraphs>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Play</vt:lpstr>
      <vt:lpstr>Arial</vt:lpstr>
      <vt:lpstr>Office Theme</vt:lpstr>
      <vt:lpstr>Flipkart project </vt:lpstr>
      <vt:lpstr>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Vipul Sonawane</dc:creator>
  <cp:lastModifiedBy>Office</cp:lastModifiedBy>
  <cp:revision>1</cp:revision>
  <dcterms:created xsi:type="dcterms:W3CDTF">2025-03-09T11:49:18Z</dcterms:created>
  <dcterms:modified xsi:type="dcterms:W3CDTF">2025-07-23T06:02:59Z</dcterms:modified>
</cp:coreProperties>
</file>